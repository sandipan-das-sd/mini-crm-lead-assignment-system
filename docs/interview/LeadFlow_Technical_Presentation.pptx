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in 30 seconds: roles, reliability, audit history, and the focus on business rules rather than CRUD.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LeadFlow addresses business rules, edge cases and data consistency in addition to the user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through the system. Emphasize that business logic belongs in services and SQL belongs in repositories.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example Sandipan@Gmail.com versus sandipan@gmail.com. Mention the final unique index race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 mobile timeout: the client retries; the server returns the first response instead of creating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two admins clicking assign. The first wins; the second gets a 409 and reloads.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this defense against IDOR. The frontend is not a security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Redis with the default in-memory express-rate-limit store, especially multiple processes and restarts.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that email is a side effect. Mention the outbox limitation honestly if asked about guaranteed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why a single owner column cannot answer who owned the lead last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each ambiguity from the brief became an explicit policy and API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indexes solve every search problem. Say that query plans and measured workload guide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PM2 is unnecessary inside Docker. Nginx is public; data services remain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disposable database containers so tests use real MySQL behavior without production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limitations are documented together with the conditions and designs for addressing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with the main design principle, then invite questions or open Swagger for a live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258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LeadFlow CRM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5B4FC"/>
                </a:solidFill>
                <a:latin typeface="Aptos"/>
              </a:defRPr>
            </a:pPr>
            <a:r>
              <a:t>Production-oriented Lead Management &amp; Assignment System</a:t>
            </a:r>
            <a:br/>
            <a:r>
              <a:t>Sandipan 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Problem and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What the system needed to guarantee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Capture and deduplicate enquiries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Assign leads without concurrency corruption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Restrict sales users to their own leads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Preserve who did what, when and why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Operate as a real deployed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A modular monolith with clear responsibility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React + Vite frontend behind Nginx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Express: route → controller → service → repository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MySQL is the authoritative transactional database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Redis supports rate limits, cache and BullMQ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Separate worker sends email; Socket.IO pushes live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Duplicate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Normalize early; let the database arbitrate 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Matching normalized phone OR email means duplicate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Phone/email pointing to different leads means CONTACT_CONFLICT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Never merge conflicting customer data silently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Application pre-check provides a useful error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Unique indexes prevent simultaneous duplicate inserts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Idempotent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Safe retries are not the same as contact deduplication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Client supplies Idempotency-Key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SHA-256 binds the key to normalized payload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Unique user + operation + key reservation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Completed request replays the saved response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Different payload with the same key returns 409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Concurrency-safe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Row locks + optimistic versions + one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SELECT ... FOR UPDATE locks the lead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Validate an active sales target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Update current owner and version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Close previous assignment and insert new history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Insert activity; commit all or roll back 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Security is enforced in backend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Admin sees organization-wide data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Sales query includes assigned_user_id = authenticated user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Changing a URL ID cannot bypass ownership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Other owner's lead returns 404 to avoid disclosure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Strict validation and prepared SQL protect inputs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Why Redis?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Shared temporary state—not business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Atomic login-attempt counters with TTL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One limit across multiple API containers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Short-lived dashboard cache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BullMQ job storage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MySQL remains the durable source of truth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Why BullMQ?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SMTP should not delay or break a business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API commits assignment before email work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Worker processes email asynchronously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Three attempts with exponential backoff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Controlled concurrency of five jobs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Future upgrade: transactional outbox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Auditability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Current state and historical truth serve different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leads.assigned_user_id answers who owns it now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assignments records every ownership period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activities records actor, type, time and changes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reassignment_requests preserves approval workflow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Transactions prevent state/history divergence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Business edge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Explicit rules replace silent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Converted and lost are terminal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Assigned users must be active salespeople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User with active leads must be reassigned before deactivation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Unassigned leads are valid before triage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One pending reassignment request per lead/requester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Scale and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Indexes follow actual access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Bounded cursor/page pagination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Composite indexes for assignee/status/date/source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Redis caches repeated dashboard aggregates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EXPLAIN ANALYZE before adding more indexes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At larger scale: full-text search, replicas, pre-aggregation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One reproducible service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Docker: API, worker, MySQL and Redis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Nginx: HTTPS, static frontend and reverse proxy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Database and Redis have no public ports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Volumes persist data; health checks detect failure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Swagger UI exposes the API contract—not credentials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Focus on rules that can damage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Unit: normalization and status transitions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Authorization: prevent access to another owner's lead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Integration: creation, duplicates and history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Concurrency: competing creations and assignments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Rollback: mutation is undone if history fails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Trade-offs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Simple today, clear evolution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Modular monolith instead of premature microservices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No automatic merge or hard lead deletion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Add transactional outbox for guaranteed job publication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Add Playwright E2E and production observability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Adopt dedicated search only when measurements justify 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Every important change is authorized, consistent and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MySQL guarantees business integrity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Redis accelerates shared temporary workloads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BullMQ isolates unreliable external email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Socket.IO adds immediacy while MySQL retains notifications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The design is explainable, testable and production-oriented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